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E9F143-06D3-5601-079D-63E35D3A0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DDBEF4-B028-A308-8CF0-0E61AC863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BE9849-0512-A18B-FF66-55F00F776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CAC9-AF1A-40E2-965D-69100E3EC1F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4D88A1-14EE-E6C3-A5D1-58CF6A463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9C2641-6693-8292-16F1-501B61A25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EB2-98C1-4866-8355-561DD0CA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24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EEC2F-7073-DA82-050E-5A263E060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BC800E-8453-218A-D8BC-6755A78C9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76799A-1C17-A37A-CA6B-2C0F23BCB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CAC9-AF1A-40E2-965D-69100E3EC1F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30F4EE-8C7D-D62A-EEF5-989B04969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B9523E-CFB8-9E03-B3EA-A127DD38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EB2-98C1-4866-8355-561DD0CA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20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615D3B-04F0-0100-27A7-7FDCBEB1F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E30A55-5063-132D-5C72-D9001F198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729328-9B62-B86B-A6C6-A0A20C7D5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CAC9-AF1A-40E2-965D-69100E3EC1F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E0FB44-CDC5-4935-8C61-B4F34A96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4433D3-062C-8163-AF97-1CEE4D319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EB2-98C1-4866-8355-561DD0CA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86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8B79A-6BB5-5DA9-F21B-2EA1D89DB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F740A9-4A50-DBD1-6853-198E61530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2DD50C-BB04-5E5D-4BF9-72A8ED4F8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2B8131-E392-AEBE-FC2E-E137F5C50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CAC9-AF1A-40E2-965D-69100E3EC1F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255302-991D-0E8A-3ED6-88BD1979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611B73-D670-ED26-F706-77CD392B4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EB2-98C1-4866-8355-561DD0CA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85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E58F06-DC98-6416-B5FD-B5A4F663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181F53-9812-7B21-D3F2-B194798D5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3FEAAF-C21A-4FA0-6E86-A6A63F768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EB1659-4F9D-0453-F6D6-8FC0C75808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ABC19A-8639-124E-A1D2-EE81E4B183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A6F651-EE22-174D-9CE4-D3A27453A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CAC9-AF1A-40E2-965D-69100E3EC1F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AD75765-AA64-4324-D972-CC9183423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9EC9BD6-4501-FA02-EFDA-9D7C2C35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EB2-98C1-4866-8355-561DD0CA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52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9C365-BE1E-3AD7-60BA-09FD0098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50C0C5-A01F-3207-42D9-8A25DAB6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CAC9-AF1A-40E2-965D-69100E3EC1F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7A4D9ED-5D4C-49C8-A391-7E7AD1E8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6AD909-3845-9F46-C2E9-96A1DC735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EB2-98C1-4866-8355-561DD0CA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1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7E32750-1C35-1512-30DB-14E269D2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CAC9-AF1A-40E2-965D-69100E3EC1F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EBF301-D0B2-01C6-ABB2-FBA4EE49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EDEF0C-F27C-62C6-70DC-322ADAAA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EB2-98C1-4866-8355-561DD0CA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7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0DF7E-5E0B-1D56-E0A1-816427D67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F781E2-DCC2-BE79-58EA-5FC2A091D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AC895A-B094-EF71-8D73-774FB0A0A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F17F1C-D0D3-DA1A-47B4-CBE88F83C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CAC9-AF1A-40E2-965D-69100E3EC1F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09F275-2614-DF43-CF89-2BE65DB20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93C2F2-4240-C84B-4BEA-D03F0299A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EB2-98C1-4866-8355-561DD0CA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20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436B59-BC8E-99EF-8020-AAAABF55F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5BC7255-0E84-98FD-0A1D-84DF108284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A62D7A-1032-4B86-6A18-6174B78F1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D2EE1E-52C6-6A20-DA0B-54BA4E028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CAC9-AF1A-40E2-965D-69100E3EC1F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F5751E-11E9-F564-E8FF-26970BE6A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3C5830-958E-D149-68D2-3FF844A05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EB2-98C1-4866-8355-561DD0CA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9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71184-3FA1-EF7E-BF6F-134787C1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ED9DE1-1250-15CC-20A4-719148078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9EDD7B-26A3-3B61-EA9A-828F00865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CAC9-AF1A-40E2-965D-69100E3EC1F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C60375-2AD5-0228-92E9-EB549AE6E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1D4928-9E33-7D9C-603E-17F9BE3AD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EB2-98C1-4866-8355-561DD0CA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16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432485-641E-6809-A5A5-4AFBE843E6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04AE95-377F-31CF-73E8-F84B3554B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F02575-C888-94E5-4638-19619D379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CAC9-AF1A-40E2-965D-69100E3EC1F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3DF146-D7D4-6C1C-DD8C-C1C49926F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220953-4BF7-AB2F-9B65-DC0906D5E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EB2-98C1-4866-8355-561DD0CA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5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263552C-6E6A-4D2C-3380-BB2DD620F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8DEE38-5AB3-0B23-32D7-81962D287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116517-2CBD-8C05-4FDE-64EBFCB2E1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BCAC9-AF1A-40E2-965D-69100E3EC1F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12354C-C367-7320-0FD7-BCD371954D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AD2D78-190C-3F02-9574-BC4A22B1B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E4EB2-98C1-4866-8355-561DD0CA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78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589CB53A-518C-840D-3D42-57972D86B3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分享一个详细打印数据结构的工具</a:t>
            </a:r>
            <a:endParaRPr lang="en-US" altLang="zh-CN" dirty="0"/>
          </a:p>
          <a:p>
            <a:pPr algn="l"/>
            <a:r>
              <a:rPr lang="en-US" altLang="zh-CN" dirty="0"/>
              <a:t>./MAIN_CODE/UTiLs/CheckParameters/PrintObj.py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57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ECFEC9F-58F8-1315-D486-EDAAEE6EF639}"/>
              </a:ext>
            </a:extLst>
          </p:cNvPr>
          <p:cNvSpPr txBox="1"/>
          <p:nvPr/>
        </p:nvSpPr>
        <p:spPr>
          <a:xfrm>
            <a:off x="415047" y="492868"/>
            <a:ext cx="6417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问题：调试深度学习代码的时候经常会遇到十分复杂的对象。</a:t>
            </a:r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1240C4-325E-4A0A-8B39-61F061D6B3D5}"/>
              </a:ext>
            </a:extLst>
          </p:cNvPr>
          <p:cNvSpPr txBox="1"/>
          <p:nvPr/>
        </p:nvSpPr>
        <p:spPr>
          <a:xfrm>
            <a:off x="3372255" y="2302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E2504CD-CA72-88A1-2321-7CA5EC7F5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47" y="1037133"/>
            <a:ext cx="8928559" cy="41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7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ED4E46-36B5-A82B-DC04-6107376A6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098"/>
            <a:ext cx="10515600" cy="6001865"/>
          </a:xfrm>
        </p:spPr>
        <p:txBody>
          <a:bodyPr/>
          <a:lstStyle/>
          <a:p>
            <a:r>
              <a:rPr lang="zh-CN" altLang="en-US" dirty="0"/>
              <a:t>如果在使用</a:t>
            </a:r>
            <a:r>
              <a:rPr lang="en-US" altLang="zh-CN" dirty="0"/>
              <a:t>print</a:t>
            </a:r>
            <a:r>
              <a:rPr lang="zh-CN" altLang="en-US" dirty="0"/>
              <a:t>查看对象经常不能得到想要的结果：</a:t>
            </a:r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211E597-960B-B043-7B38-36CF30924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81038"/>
            <a:ext cx="6023043" cy="4994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62ACA69-B3CB-DB67-0724-50C91E7191FB}"/>
              </a:ext>
            </a:extLst>
          </p:cNvPr>
          <p:cNvSpPr txBox="1"/>
          <p:nvPr/>
        </p:nvSpPr>
        <p:spPr>
          <a:xfrm>
            <a:off x="7697940" y="811142"/>
            <a:ext cx="3175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print</a:t>
            </a:r>
            <a:r>
              <a:rPr lang="zh-CN" altLang="en-US" dirty="0"/>
              <a:t>没有打印出对象中的数据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049CE48-FBB9-E1D7-B658-50D934BB4D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524"/>
          <a:stretch>
            <a:fillRect/>
          </a:stretch>
        </p:blipFill>
        <p:spPr>
          <a:xfrm>
            <a:off x="838200" y="2158011"/>
            <a:ext cx="6690503" cy="203603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0B95B9C-B098-33AD-7574-8CAE66207964}"/>
              </a:ext>
            </a:extLst>
          </p:cNvPr>
          <p:cNvSpPr txBox="1"/>
          <p:nvPr/>
        </p:nvSpPr>
        <p:spPr>
          <a:xfrm>
            <a:off x="7697940" y="2522707"/>
            <a:ext cx="3867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print</a:t>
            </a:r>
            <a:r>
              <a:rPr lang="zh-CN" altLang="en-US" dirty="0"/>
              <a:t>内容太多，没有展示数据结构。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316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E5C8B4-1B6F-F7BF-8014-E75A9FEB2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28"/>
            <a:ext cx="10515600" cy="6014835"/>
          </a:xfrm>
        </p:spPr>
        <p:txBody>
          <a:bodyPr/>
          <a:lstStyle/>
          <a:p>
            <a:r>
              <a:rPr lang="en-US" altLang="zh-CN" dirty="0"/>
              <a:t>IDE</a:t>
            </a:r>
            <a:r>
              <a:rPr lang="zh-CN" altLang="en-US" dirty="0"/>
              <a:t>中查看变量功能往往不能直观的展示数据结构</a:t>
            </a:r>
            <a:endParaRPr lang="en-US" altLang="zh-CN" dirty="0"/>
          </a:p>
          <a:p>
            <a:r>
              <a:rPr lang="zh-CN" altLang="en-US" dirty="0"/>
              <a:t>被查看的变量不能方便的打印，不能复制粘贴</a:t>
            </a:r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63D628A-170B-7C3A-3872-69C76C737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320" y="1253515"/>
            <a:ext cx="6820251" cy="339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194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7158CA-42F5-1F36-7826-08A4EC2E2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732"/>
            <a:ext cx="10515600" cy="6060231"/>
          </a:xfrm>
        </p:spPr>
        <p:txBody>
          <a:bodyPr/>
          <a:lstStyle/>
          <a:p>
            <a:r>
              <a:rPr lang="zh-CN" altLang="en-US" dirty="0"/>
              <a:t>创新点：写了一个可以自动打印复杂数据的函数。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EDFF44-0BB2-3064-3FB9-0DB05504A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81037"/>
            <a:ext cx="7937908" cy="246392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7D905AF-5680-E9A3-987F-20A50E3DE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10871759" cy="262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154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5D2FBC8-6746-27B3-8041-B8AAF63E9BD3}"/>
              </a:ext>
            </a:extLst>
          </p:cNvPr>
          <p:cNvSpPr txBox="1"/>
          <p:nvPr/>
        </p:nvSpPr>
        <p:spPr>
          <a:xfrm>
            <a:off x="1906621" y="752273"/>
            <a:ext cx="880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dataset</a:t>
            </a:r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3B1399-E007-F5AE-7CA0-74869B889C65}"/>
              </a:ext>
            </a:extLst>
          </p:cNvPr>
          <p:cNvSpPr txBox="1"/>
          <p:nvPr/>
        </p:nvSpPr>
        <p:spPr>
          <a:xfrm>
            <a:off x="317771" y="1517515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mode</a:t>
            </a:r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E5BACF-8B49-4C04-006B-423D5F590E12}"/>
              </a:ext>
            </a:extLst>
          </p:cNvPr>
          <p:cNvSpPr txBox="1"/>
          <p:nvPr/>
        </p:nvSpPr>
        <p:spPr>
          <a:xfrm>
            <a:off x="2042809" y="1517515"/>
            <a:ext cx="1714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video_metadata</a:t>
            </a:r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C466A4-5E5C-E3A6-ADF4-1233E5B03A44}"/>
              </a:ext>
            </a:extLst>
          </p:cNvPr>
          <p:cNvSpPr txBox="1"/>
          <p:nvPr/>
        </p:nvSpPr>
        <p:spPr>
          <a:xfrm>
            <a:off x="1906621" y="2269787"/>
            <a:ext cx="1359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's17-d69.avi'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32E777-6DF6-4493-F175-EC24F27101FC}"/>
              </a:ext>
            </a:extLst>
          </p:cNvPr>
          <p:cNvSpPr txBox="1"/>
          <p:nvPr/>
        </p:nvSpPr>
        <p:spPr>
          <a:xfrm>
            <a:off x="4121284" y="2269787"/>
            <a:ext cx="1359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's17-d70.avi'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B675B2-C1E8-08EE-D7AA-A7CDECB08A78}"/>
              </a:ext>
            </a:extLst>
          </p:cNvPr>
          <p:cNvSpPr txBox="1"/>
          <p:nvPr/>
        </p:nvSpPr>
        <p:spPr>
          <a:xfrm>
            <a:off x="6089513" y="2269787"/>
            <a:ext cx="1359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's17-d71.avi'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9C1619D-ED9B-EB19-8F68-1186424B06AC}"/>
              </a:ext>
            </a:extLst>
          </p:cNvPr>
          <p:cNvCxnSpPr/>
          <p:nvPr/>
        </p:nvCxnSpPr>
        <p:spPr>
          <a:xfrm flipH="1">
            <a:off x="959796" y="1121605"/>
            <a:ext cx="946825" cy="395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1F3EF4F-96EB-77B0-6C66-46EBC72240BA}"/>
              </a:ext>
            </a:extLst>
          </p:cNvPr>
          <p:cNvCxnSpPr/>
          <p:nvPr/>
        </p:nvCxnSpPr>
        <p:spPr>
          <a:xfrm>
            <a:off x="2127115" y="1121605"/>
            <a:ext cx="116732" cy="473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D50F56A-1A8A-7029-0870-8FDA9CD682FD}"/>
              </a:ext>
            </a:extLst>
          </p:cNvPr>
          <p:cNvCxnSpPr>
            <a:endCxn id="7" idx="0"/>
          </p:cNvCxnSpPr>
          <p:nvPr/>
        </p:nvCxnSpPr>
        <p:spPr>
          <a:xfrm flipH="1">
            <a:off x="2586134" y="1886847"/>
            <a:ext cx="53304" cy="382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9FDAAEA-7846-A350-899A-AC257ABDA98C}"/>
              </a:ext>
            </a:extLst>
          </p:cNvPr>
          <p:cNvCxnSpPr>
            <a:cxnSpLocks/>
          </p:cNvCxnSpPr>
          <p:nvPr/>
        </p:nvCxnSpPr>
        <p:spPr>
          <a:xfrm>
            <a:off x="3757381" y="1880043"/>
            <a:ext cx="814619" cy="389744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58B35F0-B6C3-4116-294D-7050B55880F7}"/>
              </a:ext>
            </a:extLst>
          </p:cNvPr>
          <p:cNvCxnSpPr>
            <a:stCxn id="6" idx="3"/>
          </p:cNvCxnSpPr>
          <p:nvPr/>
        </p:nvCxnSpPr>
        <p:spPr>
          <a:xfrm>
            <a:off x="3757381" y="1702181"/>
            <a:ext cx="2773121" cy="567606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B25E942-3CB2-175E-697E-CD74F148399D}"/>
              </a:ext>
            </a:extLst>
          </p:cNvPr>
          <p:cNvSpPr txBox="1"/>
          <p:nvPr/>
        </p:nvSpPr>
        <p:spPr>
          <a:xfrm>
            <a:off x="870183" y="3125821"/>
            <a:ext cx="147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'</a:t>
            </a:r>
            <a:r>
              <a:rPr lang="en-US" dirty="0" err="1"/>
              <a:t>num_frames</a:t>
            </a:r>
            <a:r>
              <a:rPr lang="en-US" dirty="0"/>
              <a:t>'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9384A34-C760-DAB9-FAC7-5D89494B12D1}"/>
              </a:ext>
            </a:extLst>
          </p:cNvPr>
          <p:cNvSpPr txBox="1"/>
          <p:nvPr/>
        </p:nvSpPr>
        <p:spPr>
          <a:xfrm>
            <a:off x="3071094" y="3125821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'audios'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001AD1B-99DA-0198-98BE-78FF029BFAF5}"/>
              </a:ext>
            </a:extLst>
          </p:cNvPr>
          <p:cNvCxnSpPr/>
          <p:nvPr/>
        </p:nvCxnSpPr>
        <p:spPr>
          <a:xfrm flipH="1">
            <a:off x="1906621" y="2639119"/>
            <a:ext cx="440313" cy="486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8FE7AF1-68B1-9FC4-0ADB-E8905D4E3DA5}"/>
              </a:ext>
            </a:extLst>
          </p:cNvPr>
          <p:cNvCxnSpPr>
            <a:cxnSpLocks/>
          </p:cNvCxnSpPr>
          <p:nvPr/>
        </p:nvCxnSpPr>
        <p:spPr>
          <a:xfrm>
            <a:off x="2900095" y="2652727"/>
            <a:ext cx="365552" cy="473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B165F3B5-5E9A-67C0-B0A5-CCC9D63FE1C9}"/>
              </a:ext>
            </a:extLst>
          </p:cNvPr>
          <p:cNvSpPr txBox="1"/>
          <p:nvPr/>
        </p:nvSpPr>
        <p:spPr>
          <a:xfrm>
            <a:off x="7723762" y="825018"/>
            <a:ext cx="44682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实现方法：</a:t>
            </a:r>
            <a:endParaRPr lang="en-US" dirty="0"/>
          </a:p>
          <a:p>
            <a:r>
              <a:rPr lang="zh-CN" altLang="en-US" dirty="0"/>
              <a:t>多叉树的先根遍历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r>
              <a:rPr lang="zh-CN" altLang="en-US" dirty="0"/>
              <a:t>对于每一个被遍历到的节点：</a:t>
            </a:r>
            <a:endParaRPr lang="en-US" altLang="zh-CN" dirty="0"/>
          </a:p>
          <a:p>
            <a:r>
              <a:rPr lang="zh-CN" altLang="en-US" dirty="0"/>
              <a:t>根据其</a:t>
            </a:r>
            <a:r>
              <a:rPr lang="zh-CN" altLang="en-US" u="sng" dirty="0"/>
              <a:t>数据类型</a:t>
            </a:r>
            <a:r>
              <a:rPr lang="zh-CN" altLang="en-US" dirty="0"/>
              <a:t>和</a:t>
            </a:r>
            <a:r>
              <a:rPr lang="zh-CN" altLang="en-US" u="sng" dirty="0"/>
              <a:t>子结点</a:t>
            </a:r>
            <a:r>
              <a:rPr lang="zh-CN" altLang="en-US" dirty="0"/>
              <a:t>的情况决定遍历的子结点的数量</a:t>
            </a:r>
            <a:endParaRPr 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6635AAF-1912-4949-9670-9A4494AA5907}"/>
              </a:ext>
            </a:extLst>
          </p:cNvPr>
          <p:cNvSpPr txBox="1"/>
          <p:nvPr/>
        </p:nvSpPr>
        <p:spPr>
          <a:xfrm>
            <a:off x="228039" y="4454948"/>
            <a:ext cx="659212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 dataset: type=&lt;class '</a:t>
            </a:r>
            <a:r>
              <a:rPr lang="en-US" dirty="0" err="1"/>
              <a:t>dtfnet.data.datasets.hutacos.hutacos</a:t>
            </a:r>
            <a:r>
              <a:rPr lang="en-US" dirty="0"/>
              <a:t>’&gt;</a:t>
            </a:r>
          </a:p>
          <a:p>
            <a:r>
              <a:rPr lang="en-US" dirty="0"/>
              <a:t># </a:t>
            </a:r>
            <a:r>
              <a:rPr lang="en-US" dirty="0" err="1"/>
              <a:t>dataset.mode</a:t>
            </a:r>
            <a:r>
              <a:rPr lang="en-US" dirty="0"/>
              <a:t> = 'train’</a:t>
            </a:r>
          </a:p>
          <a:p>
            <a:r>
              <a:rPr lang="en-US" dirty="0"/>
              <a:t># </a:t>
            </a:r>
            <a:r>
              <a:rPr lang="en-US" dirty="0" err="1"/>
              <a:t>dataset.video_metadata</a:t>
            </a:r>
            <a:r>
              <a:rPr lang="en-US" dirty="0"/>
              <a:t>: type=</a:t>
            </a:r>
            <a:r>
              <a:rPr lang="en-US" dirty="0" err="1"/>
              <a:t>dict</a:t>
            </a:r>
            <a:r>
              <a:rPr lang="en-US" dirty="0"/>
              <a:t>, </a:t>
            </a:r>
            <a:r>
              <a:rPr lang="en-US" dirty="0" err="1"/>
              <a:t>len</a:t>
            </a:r>
            <a:r>
              <a:rPr lang="en-US" dirty="0"/>
              <a:t>=75</a:t>
            </a:r>
          </a:p>
          <a:p>
            <a:r>
              <a:rPr lang="en-US" dirty="0"/>
              <a:t># </a:t>
            </a:r>
            <a:r>
              <a:rPr lang="en-US" dirty="0" err="1"/>
              <a:t>dataset.video_metadata</a:t>
            </a:r>
            <a:r>
              <a:rPr lang="en-US" dirty="0"/>
              <a:t>['s17-d69.avi']: type=</a:t>
            </a:r>
            <a:r>
              <a:rPr lang="en-US" dirty="0" err="1"/>
              <a:t>dict</a:t>
            </a:r>
            <a:r>
              <a:rPr lang="en-US" dirty="0"/>
              <a:t>, </a:t>
            </a:r>
            <a:r>
              <a:rPr lang="en-US" dirty="0" err="1"/>
              <a:t>len</a:t>
            </a:r>
            <a:r>
              <a:rPr lang="en-US" dirty="0"/>
              <a:t>=8</a:t>
            </a:r>
          </a:p>
          <a:p>
            <a:r>
              <a:rPr lang="pt-BR" dirty="0"/>
              <a:t># dataset.video_metadata['s17-d69.avi']['num_frames'] = 12438</a:t>
            </a:r>
          </a:p>
          <a:p>
            <a:r>
              <a:rPr lang="en-US" dirty="0"/>
              <a:t># </a:t>
            </a:r>
            <a:r>
              <a:rPr lang="en-US" dirty="0" err="1"/>
              <a:t>dataset.video_metadata</a:t>
            </a:r>
            <a:r>
              <a:rPr lang="en-US" dirty="0"/>
              <a:t>['s17-d69.avi']['audios']: type=list, </a:t>
            </a:r>
            <a:r>
              <a:rPr lang="en-US" dirty="0" err="1"/>
              <a:t>len</a:t>
            </a:r>
            <a:r>
              <a:rPr lang="en-US" dirty="0"/>
              <a:t>=162</a:t>
            </a:r>
          </a:p>
          <a:p>
            <a:r>
              <a:rPr lang="en-US" dirty="0"/>
              <a:t>……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AA52493-5CED-CEFA-A539-536D4319A411}"/>
              </a:ext>
            </a:extLst>
          </p:cNvPr>
          <p:cNvCxnSpPr/>
          <p:nvPr/>
        </p:nvCxnSpPr>
        <p:spPr>
          <a:xfrm>
            <a:off x="2787247" y="1070043"/>
            <a:ext cx="1784753" cy="259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5E1AC376-3808-4FCB-6D6A-4F9CB983C5E6}"/>
              </a:ext>
            </a:extLst>
          </p:cNvPr>
          <p:cNvSpPr txBox="1"/>
          <p:nvPr/>
        </p:nvSpPr>
        <p:spPr>
          <a:xfrm>
            <a:off x="4607277" y="117380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395125B-A579-D0E3-00DA-E930020C0F48}"/>
              </a:ext>
            </a:extLst>
          </p:cNvPr>
          <p:cNvCxnSpPr/>
          <p:nvPr/>
        </p:nvCxnSpPr>
        <p:spPr>
          <a:xfrm>
            <a:off x="3265647" y="2579344"/>
            <a:ext cx="1598183" cy="591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160DFC06-EB40-E937-571D-8D6A9D88BBD5}"/>
              </a:ext>
            </a:extLst>
          </p:cNvPr>
          <p:cNvSpPr txBox="1"/>
          <p:nvPr/>
        </p:nvSpPr>
        <p:spPr>
          <a:xfrm>
            <a:off x="4863830" y="302205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45B65283-7D01-0D5F-C568-BEC70EF35269}"/>
              </a:ext>
            </a:extLst>
          </p:cNvPr>
          <p:cNvCxnSpPr/>
          <p:nvPr/>
        </p:nvCxnSpPr>
        <p:spPr>
          <a:xfrm flipH="1">
            <a:off x="3082871" y="3495153"/>
            <a:ext cx="321810" cy="402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BA8E9E93-C169-E780-CBB2-1FACCE42BD86}"/>
              </a:ext>
            </a:extLst>
          </p:cNvPr>
          <p:cNvSpPr txBox="1"/>
          <p:nvPr/>
        </p:nvSpPr>
        <p:spPr>
          <a:xfrm flipH="1" flipV="1">
            <a:off x="2787247" y="3897549"/>
            <a:ext cx="408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28E1534-BB6D-EC8A-2309-441AEDEB7D5C}"/>
              </a:ext>
            </a:extLst>
          </p:cNvPr>
          <p:cNvSpPr txBox="1"/>
          <p:nvPr/>
        </p:nvSpPr>
        <p:spPr>
          <a:xfrm>
            <a:off x="0" y="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u="sng" dirty="0"/>
              <a:t>算法分析：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81035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BA928E-8AAE-9026-FD38-DA253F55D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9333"/>
            <a:ext cx="10515600" cy="580763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对于每一个结点：</a:t>
            </a:r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FC23A0-E335-19E8-1855-AF5C9B42DA24}"/>
              </a:ext>
            </a:extLst>
          </p:cNvPr>
          <p:cNvSpPr txBox="1"/>
          <p:nvPr/>
        </p:nvSpPr>
        <p:spPr>
          <a:xfrm>
            <a:off x="0" y="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u="sng" dirty="0"/>
              <a:t>软件工程分析：</a:t>
            </a:r>
            <a:endParaRPr lang="en-US" b="1" u="sng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783E95-DF49-20C5-0CDC-EEC314738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247" y="891251"/>
            <a:ext cx="3075124" cy="276681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15ED968-0778-F18A-E304-67346270F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386" y="891251"/>
            <a:ext cx="6505926" cy="290640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B8B5A6A-BC65-7B08-C88A-5D8DEF544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246" y="4471423"/>
            <a:ext cx="6451585" cy="193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533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55B15E-AD70-6FD6-E7F5-8187F2E34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8315"/>
            <a:ext cx="10515600" cy="5878648"/>
          </a:xfrm>
        </p:spPr>
        <p:txBody>
          <a:bodyPr/>
          <a:lstStyle/>
          <a:p>
            <a:r>
              <a:rPr lang="zh-CN" altLang="en-US" dirty="0"/>
              <a:t>难点：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想清楚遍历的算法。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设计代码的结构。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不断优化打印逻辑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D581268-8BF0-675B-0D08-547568922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78" y="2915714"/>
            <a:ext cx="5409282" cy="29079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6701473-40E3-4DC4-8741-0FBB7B84C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033" y="3682278"/>
            <a:ext cx="4515767" cy="214134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53B5D2D-DF2B-AB0F-7BCC-6F6F9940C8E2}"/>
              </a:ext>
            </a:extLst>
          </p:cNvPr>
          <p:cNvSpPr txBox="1"/>
          <p:nvPr/>
        </p:nvSpPr>
        <p:spPr>
          <a:xfrm>
            <a:off x="2888337" y="588847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优化前</a:t>
            </a:r>
            <a:endParaRPr 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7D349C-4B58-20AE-08B6-ADC376373667}"/>
              </a:ext>
            </a:extLst>
          </p:cNvPr>
          <p:cNvSpPr txBox="1"/>
          <p:nvPr/>
        </p:nvSpPr>
        <p:spPr>
          <a:xfrm>
            <a:off x="8657334" y="588847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优化后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383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297</Words>
  <Application>Microsoft Office PowerPoint</Application>
  <PresentationFormat>宽屏</PresentationFormat>
  <Paragraphs>41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战捷 胡</dc:creator>
  <cp:lastModifiedBy>战捷 胡</cp:lastModifiedBy>
  <cp:revision>6</cp:revision>
  <dcterms:created xsi:type="dcterms:W3CDTF">2025-10-16T10:57:57Z</dcterms:created>
  <dcterms:modified xsi:type="dcterms:W3CDTF">2026-04-12T14:47:03Z</dcterms:modified>
</cp:coreProperties>
</file>